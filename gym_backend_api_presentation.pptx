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Gym Backend API – Fitness Tracking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Analysis Project</a:t>
            </a:r>
          </a:p>
          <a:p>
            <a:pPr/>
            <a:r>
              <a:t>Student Name</a:t>
            </a:r>
          </a:p>
          <a:p>
            <a:pPr/>
            <a:r>
              <a:t>Course: System Analysis</a:t>
            </a:r>
          </a:p>
          <a:p>
            <a:pPr/>
            <a:r>
              <a:t>Instructor Name</a:t>
            </a:r>
          </a:p>
          <a:p>
            <a:pPr/>
            <a:r>
              <a:t>University</a:t>
            </a:r>
          </a:p>
          <a:p>
            <a:pPr/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system for managing fitness application data</a:t>
            </a:r>
          </a:p>
          <a:p>
            <a:pPr/>
            <a:r>
              <a:t>Provides APIs for mobile and web fitness applications</a:t>
            </a:r>
          </a:p>
          <a:p>
            <a:pPr/>
            <a:r>
              <a:t>Handles workouts, training logs, progress tracking, and diet plans</a:t>
            </a:r>
          </a:p>
          <a:p>
            <a:pPr/>
            <a:r>
              <a:t>Built using Laravel RESTful architecture</a:t>
            </a:r>
          </a:p>
          <a:p>
            <a:pPr/>
            <a:r>
              <a:t>System Flow: User → App → Laravel API → SQLite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fitness apps lack structured training tracking</a:t>
            </a:r>
          </a:p>
          <a:p>
            <a:pPr/>
            <a:r>
              <a:t>Users struggle to monitor workout progress over time</a:t>
            </a:r>
          </a:p>
          <a:p>
            <a:pPr/>
            <a:r>
              <a:t>Trainers need organized workout plans for clients</a:t>
            </a:r>
          </a:p>
          <a:p>
            <a:pPr/>
            <a:r>
              <a:t>Diet planning is often separated from workout tracking</a:t>
            </a:r>
          </a:p>
          <a:p>
            <a:pPr/>
            <a:r>
              <a:t>Goal: Create a unified backend system for managing fitness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secure user authentication</a:t>
            </a:r>
          </a:p>
          <a:p>
            <a:pPr/>
            <a:r>
              <a:t>Store workout data and exercise logs</a:t>
            </a:r>
          </a:p>
          <a:p>
            <a:pPr/>
            <a:r>
              <a:t>Track training progress over time</a:t>
            </a:r>
          </a:p>
          <a:p>
            <a:pPr/>
            <a:r>
              <a:t>Allow creation of workout plans</a:t>
            </a:r>
          </a:p>
          <a:p>
            <a:pPr/>
            <a:r>
              <a:t>Allow management of diet 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Framework: Laravel</a:t>
            </a:r>
          </a:p>
          <a:p>
            <a:pPr/>
            <a:r>
              <a:t>Authentication: Laravel Sanctum</a:t>
            </a:r>
          </a:p>
          <a:p>
            <a:pPr/>
            <a:r>
              <a:t>Database: SQLite</a:t>
            </a:r>
          </a:p>
          <a:p>
            <a:pPr/>
            <a:r>
              <a:t>Architecture: RESTful API</a:t>
            </a:r>
          </a:p>
          <a:p>
            <a:pPr/>
            <a:r>
              <a:t>Development Tools: Git,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Layer: Mobile App or Web App</a:t>
            </a:r>
          </a:p>
          <a:p>
            <a:pPr/>
            <a:r>
              <a:t>API Layer: Laravel Routes and Controllers</a:t>
            </a:r>
          </a:p>
          <a:p>
            <a:pPr/>
            <a:r>
              <a:t>Business Logic Layer: Models and Services</a:t>
            </a:r>
          </a:p>
          <a:p>
            <a:pPr/>
            <a:r>
              <a:t>Database Layer: SQLite</a:t>
            </a:r>
          </a:p>
          <a:p>
            <a:pPr/>
            <a:r>
              <a:t>Architecture Flow: Client → API Routes → Controllers → Models →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Tables: Users, Workouts, Workout Logs, Workout Plans, Diet Plans</a:t>
            </a:r>
          </a:p>
          <a:p>
            <a:pPr/>
            <a:r>
              <a:t>Users can create multiple workouts</a:t>
            </a:r>
          </a:p>
          <a:p>
            <a:pPr/>
            <a:r>
              <a:t>Workouts contain workout logs</a:t>
            </a:r>
          </a:p>
          <a:p>
            <a:pPr/>
            <a:r>
              <a:t>Users can create multiple workout plans</a:t>
            </a:r>
          </a:p>
          <a:p>
            <a:pPr/>
            <a:r>
              <a:t>Users can create multiple diet plans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implemented using Laravel Sanctum</a:t>
            </a:r>
          </a:p>
          <a:p>
            <a:pPr/>
            <a:r>
              <a:t>Token-based authentication</a:t>
            </a:r>
          </a:p>
          <a:p>
            <a:pPr/>
            <a:r>
              <a:t>Secure API access</a:t>
            </a:r>
          </a:p>
          <a:p>
            <a:pPr/>
            <a:r>
              <a:t>Endpoints: POST /api/register, POST /api/login, POST /api/logout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Workout Management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/api/workouts – Retrieve workouts</a:t>
            </a:r>
          </a:p>
          <a:p>
            <a:pPr/>
            <a:r>
              <a:t>POST /api/workouts – Create workout</a:t>
            </a:r>
          </a:p>
          <a:p>
            <a:pPr/>
            <a:r>
              <a:t>PUT /api/workouts/{id} – Update workout</a:t>
            </a:r>
          </a:p>
          <a:p>
            <a:pPr/>
            <a:r>
              <a:t>DELETE /api/workouts/{id} – Delete workout</a:t>
            </a:r>
          </a:p>
          <a:p>
            <a:pPr/>
            <a:r>
              <a:t>Allows full CRUD operations for workouts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Workout Logging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/api/logs – Record workout session</a:t>
            </a:r>
          </a:p>
          <a:p>
            <a:pPr/>
            <a:r>
              <a:t>GET /api/logs – Retrieve workout logs</a:t>
            </a:r>
          </a:p>
          <a:p>
            <a:pPr/>
            <a:r>
              <a:t>Stores weight, reps, sets, performed_at</a:t>
            </a:r>
          </a:p>
          <a:p>
            <a:pPr/>
            <a:r>
              <a:t>Tracks real workout sessions for progress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Endpoint: GET /api/workouts/{id}/progress</a:t>
            </a:r>
          </a:p>
          <a:p>
            <a:pPr/>
            <a:r>
              <a:t>Returns total sessions</a:t>
            </a:r>
          </a:p>
          <a:p>
            <a:pPr/>
            <a:r>
              <a:t>Returns best weight lifted</a:t>
            </a:r>
          </a:p>
          <a:p>
            <a:pPr/>
            <a:r>
              <a:t>Returns last workout session</a:t>
            </a:r>
          </a:p>
          <a:p>
            <a:pPr/>
            <a:r>
              <a:t>Helps monitor training improvement over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Diet Plan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/api/diet-plans – Retrieve diet plans</a:t>
            </a:r>
          </a:p>
          <a:p>
            <a:pPr/>
            <a:r>
              <a:t>POST /api/diet-plans – Create diet plan</a:t>
            </a:r>
          </a:p>
          <a:p>
            <a:pPr/>
            <a:r>
              <a:t>Stores title, description, user_id</a:t>
            </a:r>
          </a:p>
          <a:p>
            <a:pPr/>
            <a:r>
              <a:t>Helps users manage nutrition plans alongside workouts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API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JSON Response:</a:t>
            </a:r>
          </a:p>
          <a:p>
            <a:pPr/>
            <a:r>
              <a:t>{ "workout_id":1, "total_sessions":3, "best_weight":90, "last_session": { "weight":90, "reps":8, "sets":4, "performed_at":"2026-03-09"} }</a:t>
            </a:r>
          </a:p>
          <a:p>
            <a:pPr/>
            <a:r>
              <a:t>workout_id: Workout identifier</a:t>
            </a:r>
          </a:p>
          <a:p>
            <a:pPr/>
            <a:r>
              <a:t>total_sessions: Number of logged sessions</a:t>
            </a:r>
          </a:p>
          <a:p>
            <a:pPr/>
            <a:r>
              <a:t>best_weight: Maximum recorded weight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 RESTful backend for fitness tracking</a:t>
            </a:r>
          </a:p>
          <a:p>
            <a:pPr/>
            <a:r>
              <a:t>Implemented authentication, workout management, logging, and diet plans</a:t>
            </a:r>
          </a:p>
          <a:p>
            <a:pPr/>
            <a:r>
              <a:t>Designed scalable API architecture</a:t>
            </a:r>
          </a:p>
          <a:p>
            <a:pPr/>
            <a:r>
              <a:t>Future: Mobile app integration</a:t>
            </a:r>
          </a:p>
          <a:p>
            <a:pPr/>
            <a:r>
              <a:t>Future: AI workout recommendations</a:t>
            </a:r>
          </a:p>
          <a:p>
            <a:pPr/>
            <a:r>
              <a:t>Future: Cloud databases (MySQL / PostgreSQL)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